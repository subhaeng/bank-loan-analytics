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4172-C246-7EFB-A5B1-EA377BCCA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2F78D-8D27-49E9-6AF9-F6F812802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2C6DC-C565-A181-823B-872E5899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A0E6-7251-D150-AEEC-82FE174F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54470-7195-E5DF-0884-B8C3D34D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41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D68B-6DFD-504C-60FF-6CE09F0C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CE105-A0E6-96D7-7844-6BC80F70D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9E49D-E1C9-4E29-2E08-5D198B50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725EC-EFCD-E1AB-237D-59E92684F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4C67B-1A72-E80E-4628-774A909C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16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845E-89A7-A846-89F6-EA8E79791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E71F4-D8B9-423B-553D-4E787FD24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1D2E-F3C6-49A1-BE2D-26519CE0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155F1-B0AE-DD92-BD9A-41C77045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71C7F-AEED-3E57-6E07-17384A86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34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ABE4-6F5A-718C-8CFF-162999DB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B5B34-1A1F-0B18-9F75-B859422AC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72639-5653-94F2-E287-DB826E1E2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B0F77-A34F-C9F3-1DBB-500CA6B3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8070B-4B67-1B60-70BB-CFABA5BB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9C2E2-EEE3-D430-6BFB-365E0D1F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98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21EF-1E2C-595C-B4F4-8DF04555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39E7B-23AD-9AF8-163B-D8C201B37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01F15-BE60-9B48-7CBE-13D0C33CF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CD6E60-6AED-5E8A-A5DA-14C82E304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27ABC-5C51-D205-D364-9679DFD85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94BC7-7E7E-9D66-1922-40A3BEA7C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B5755-D5D2-A701-EEF5-D919E50D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82111-A3E6-275A-941A-9A9B7EFF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18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852D-A434-79E7-B5BB-C2E626BFA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4A757-55D3-9D5B-96B6-D256B2A7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A86F1-E327-E0C2-8876-E7FA3402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29A92-30F7-3644-92E8-FBC460E5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3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9CCFB-297B-8A03-1E2B-A825F888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A1CF8-92D6-72FF-ACAE-E740D59A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D5A0C-0969-BC4D-C31F-FF581E9F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96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1730-EA75-5ED2-714D-58DD3E73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E8A34-C537-CC11-6303-7CA6A24E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840A9-57BD-ACEA-F66F-60658F01F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0D2CD-12C9-4C4E-9177-057A1046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11F8D-7BB4-2219-CC09-2890B702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20C39-9337-F0A3-44EF-A24F9749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53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9F2D-E5E7-9BA2-9296-534273EE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EA114-06B7-5FC7-FBF5-4D05FB4BB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F274F-9CB6-7424-67D6-E893A5222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C8B0E-F4B6-1C95-5719-0515146B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DCEBB-73F6-B6AE-5A29-D95A13F43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660B9-2EAC-75C0-7424-6DA7FE65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64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638D0-7E35-5C0E-A1D5-19606FFA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42259-8C49-6A3B-6F00-03D01F732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FD68-339D-C330-A563-37840D94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BC79B-A472-5FAF-5BDD-B97D63B9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4095F-C558-46C8-8796-6B11867E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469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21D789-46A8-AA19-1316-F71EC23DC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9761A-0FD6-B9F0-3B8A-401CABFA8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A284-C4AB-7385-8A90-FF3BD94C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C480-196E-F245-28AF-06EF1518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93809-0D4F-2D09-BCEA-A2948BDC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42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81F58-06AD-8E79-3BFB-2AE73F7B5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CD968-E15D-E86B-902F-BDE359306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C4793-C362-F9DE-B27C-3656AF1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847A6-6C61-4604-ACCA-018CF2C7983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9E09-644B-161D-1E8A-5E411AF8F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3EE07-0B96-F639-5C94-A2A567B16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54B15-20E9-43DF-A1DD-43AC022B25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90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B15E8-798A-DAB5-D8EC-5D61231DB0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A4377-02C5-C087-F01D-704DE2BAC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4607B-A5B7-B6EE-4705-E4D72717F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08" y="0"/>
            <a:ext cx="118877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8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823B-0870-F7F3-7093-FCD1C9BC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B9A6A7-C576-51AA-3325-A04275132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39" y="177282"/>
            <a:ext cx="11628604" cy="6606073"/>
          </a:xfrm>
        </p:spPr>
      </p:pic>
    </p:spTree>
    <p:extLst>
      <p:ext uri="{BB962C8B-B14F-4D97-AF65-F5344CB8AC3E}">
        <p14:creationId xmlns:p14="http://schemas.microsoft.com/office/powerpoint/2010/main" val="255865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SUBHADIP RAY</dc:creator>
  <cp:lastModifiedBy>SUBHADIP RAY</cp:lastModifiedBy>
  <cp:revision>2</cp:revision>
  <dcterms:created xsi:type="dcterms:W3CDTF">2026-08-18T17:36:30Z</dcterms:created>
  <dcterms:modified xsi:type="dcterms:W3CDTF">2026-08-19T04:19:49Z</dcterms:modified>
</cp:coreProperties>
</file>